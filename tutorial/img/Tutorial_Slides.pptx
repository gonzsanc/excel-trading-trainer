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0000"/>
    <a:srgbClr val="4E93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8" d="100"/>
          <a:sy n="98" d="100"/>
        </p:scale>
        <p:origin x="587" y="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87A317-E00D-447E-92BA-1CB45681BAC0}" type="datetimeFigureOut">
              <a:rPr lang="en-US" smtClean="0"/>
              <a:t>1/5/2018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C8F819-1664-4D90-A6E5-EE0AAC901D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5375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Slide to explain the three main sections of the tool:</a:t>
            </a:r>
            <a:r>
              <a:rPr lang="en-US" baseline="0" dirty="0" smtClean="0"/>
              <a:t> Data, Iterator and Configuration.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3C8F819-1664-4D90-A6E5-EE0AAC901DE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7116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Different panels of the Iterator</a:t>
            </a:r>
            <a:r>
              <a:rPr lang="en-US" baseline="0" dirty="0" smtClean="0"/>
              <a:t> tool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3C8F819-1664-4D90-A6E5-EE0AAC901DE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2328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9578A-43E8-42B7-8890-1AC7F720E2F6}" type="datetimeFigureOut">
              <a:rPr lang="en-US" smtClean="0"/>
              <a:t>1/5/2018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AE311B-B332-4FCB-ABEA-902E95BB64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84334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9578A-43E8-42B7-8890-1AC7F720E2F6}" type="datetimeFigureOut">
              <a:rPr lang="en-US" smtClean="0"/>
              <a:t>1/5/2018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AE311B-B332-4FCB-ABEA-902E95BB64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1475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9578A-43E8-42B7-8890-1AC7F720E2F6}" type="datetimeFigureOut">
              <a:rPr lang="en-US" smtClean="0"/>
              <a:t>1/5/2018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AE311B-B332-4FCB-ABEA-902E95BB64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04909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9578A-43E8-42B7-8890-1AC7F720E2F6}" type="datetimeFigureOut">
              <a:rPr lang="en-US" smtClean="0"/>
              <a:t>1/5/2018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AE311B-B332-4FCB-ABEA-902E95BB64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77955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9578A-43E8-42B7-8890-1AC7F720E2F6}" type="datetimeFigureOut">
              <a:rPr lang="en-US" smtClean="0"/>
              <a:t>1/5/2018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AE311B-B332-4FCB-ABEA-902E95BB64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3907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9578A-43E8-42B7-8890-1AC7F720E2F6}" type="datetimeFigureOut">
              <a:rPr lang="en-US" smtClean="0"/>
              <a:t>1/5/2018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AE311B-B332-4FCB-ABEA-902E95BB64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3480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9578A-43E8-42B7-8890-1AC7F720E2F6}" type="datetimeFigureOut">
              <a:rPr lang="en-US" smtClean="0"/>
              <a:t>1/5/2018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AE311B-B332-4FCB-ABEA-902E95BB64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1704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9578A-43E8-42B7-8890-1AC7F720E2F6}" type="datetimeFigureOut">
              <a:rPr lang="en-US" smtClean="0"/>
              <a:t>1/5/2018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AE311B-B332-4FCB-ABEA-902E95BB64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6088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9578A-43E8-42B7-8890-1AC7F720E2F6}" type="datetimeFigureOut">
              <a:rPr lang="en-US" smtClean="0"/>
              <a:t>1/5/2018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AE311B-B332-4FCB-ABEA-902E95BB64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97204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9578A-43E8-42B7-8890-1AC7F720E2F6}" type="datetimeFigureOut">
              <a:rPr lang="en-US" smtClean="0"/>
              <a:t>1/5/2018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AE311B-B332-4FCB-ABEA-902E95BB64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91332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9578A-43E8-42B7-8890-1AC7F720E2F6}" type="datetimeFigureOut">
              <a:rPr lang="en-US" smtClean="0"/>
              <a:t>1/5/2018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AE311B-B332-4FCB-ABEA-902E95BB64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3054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39578A-43E8-42B7-8890-1AC7F720E2F6}" type="datetimeFigureOut">
              <a:rPr lang="en-US" smtClean="0"/>
              <a:t>1/5/2018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AE311B-B332-4FCB-ABEA-902E95BB64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9096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0" y="834274"/>
            <a:ext cx="12192000" cy="5189452"/>
            <a:chOff x="0" y="834274"/>
            <a:chExt cx="12192000" cy="5189452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834274"/>
              <a:ext cx="12192000" cy="5189452"/>
            </a:xfrm>
            <a:prstGeom prst="rect">
              <a:avLst/>
            </a:prstGeom>
          </p:spPr>
        </p:pic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48901" y="2210242"/>
              <a:ext cx="4736161" cy="3631919"/>
            </a:xfrm>
            <a:prstGeom prst="rect">
              <a:avLst/>
            </a:prstGeom>
          </p:spPr>
        </p:pic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98840" y="3297229"/>
              <a:ext cx="4710280" cy="254493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187998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0" y="834274"/>
            <a:ext cx="12192000" cy="5189452"/>
            <a:chOff x="0" y="834274"/>
            <a:chExt cx="12192000" cy="5189452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834274"/>
              <a:ext cx="12192000" cy="5189452"/>
            </a:xfrm>
            <a:prstGeom prst="rect">
              <a:avLst/>
            </a:prstGeom>
          </p:spPr>
        </p:pic>
        <p:sp>
          <p:nvSpPr>
            <p:cNvPr id="5" name="Rectangle 4"/>
            <p:cNvSpPr/>
            <p:nvPr/>
          </p:nvSpPr>
          <p:spPr>
            <a:xfrm>
              <a:off x="0" y="1003177"/>
              <a:ext cx="4157221" cy="4545367"/>
            </a:xfrm>
            <a:prstGeom prst="rect">
              <a:avLst/>
            </a:prstGeom>
            <a:solidFill>
              <a:schemeClr val="accent1">
                <a:alpha val="4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/>
            <p:cNvSpPr/>
            <p:nvPr/>
          </p:nvSpPr>
          <p:spPr>
            <a:xfrm>
              <a:off x="4157221" y="1003176"/>
              <a:ext cx="3205113" cy="2315059"/>
            </a:xfrm>
            <a:prstGeom prst="rect">
              <a:avLst/>
            </a:prstGeom>
            <a:solidFill>
              <a:schemeClr val="accent1">
                <a:alpha val="4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157220" y="3275861"/>
              <a:ext cx="3205113" cy="2272684"/>
            </a:xfrm>
            <a:prstGeom prst="rect">
              <a:avLst/>
            </a:prstGeom>
            <a:solidFill>
              <a:schemeClr val="accent2">
                <a:alpha val="4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/>
            <p:cNvSpPr/>
            <p:nvPr/>
          </p:nvSpPr>
          <p:spPr>
            <a:xfrm>
              <a:off x="7429891" y="834274"/>
              <a:ext cx="4692979" cy="4020530"/>
            </a:xfrm>
            <a:prstGeom prst="rect">
              <a:avLst/>
            </a:prstGeom>
            <a:solidFill>
              <a:schemeClr val="accent6">
                <a:lumMod val="40000"/>
                <a:lumOff val="60000"/>
                <a:alpha val="4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0" y="5548544"/>
              <a:ext cx="4089662" cy="442602"/>
            </a:xfrm>
            <a:prstGeom prst="rect">
              <a:avLst/>
            </a:prstGeom>
            <a:solidFill>
              <a:srgbClr val="FFFF00">
                <a:alpha val="41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432874" y="2659873"/>
              <a:ext cx="1291473" cy="369332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 smtClean="0"/>
                <a:t>Charts Area</a:t>
              </a:r>
              <a:endParaRPr lang="en-US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213022" y="4133480"/>
              <a:ext cx="1480009" cy="369332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 smtClean="0"/>
                <a:t>Controls Area</a:t>
              </a:r>
              <a:endParaRPr lang="en-US" dirty="0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9343534" y="2659873"/>
              <a:ext cx="1770668" cy="369332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 smtClean="0"/>
                <a:t>Operations Area</a:t>
              </a:r>
              <a:endParaRPr lang="en-US" dirty="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044831" y="5601469"/>
              <a:ext cx="1770668" cy="369332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 smtClean="0"/>
                <a:t>Info/Reset Area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352858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/>
          <p:cNvGrpSpPr/>
          <p:nvPr/>
        </p:nvGrpSpPr>
        <p:grpSpPr>
          <a:xfrm>
            <a:off x="959010" y="630849"/>
            <a:ext cx="8891168" cy="5128928"/>
            <a:chOff x="959010" y="630849"/>
            <a:chExt cx="8891168" cy="5128928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59010" y="630849"/>
              <a:ext cx="8891168" cy="5128928"/>
            </a:xfrm>
            <a:prstGeom prst="rect">
              <a:avLst/>
            </a:prstGeom>
          </p:spPr>
        </p:pic>
        <p:cxnSp>
          <p:nvCxnSpPr>
            <p:cNvPr id="6" name="Straight Arrow Connector 5"/>
            <p:cNvCxnSpPr/>
            <p:nvPr/>
          </p:nvCxnSpPr>
          <p:spPr>
            <a:xfrm flipV="1">
              <a:off x="3026004" y="4317476"/>
              <a:ext cx="461914" cy="34879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/>
            <p:nvPr/>
          </p:nvCxnSpPr>
          <p:spPr>
            <a:xfrm flipH="1" flipV="1">
              <a:off x="4026817" y="3899554"/>
              <a:ext cx="111550" cy="44620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2417582" y="4703976"/>
              <a:ext cx="1216843" cy="369332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 smtClean="0">
                  <a:solidFill>
                    <a:srgbClr val="4E93D2"/>
                  </a:solidFill>
                </a:rPr>
                <a:t>Close Line</a:t>
              </a:r>
              <a:endParaRPr lang="en-US" dirty="0">
                <a:solidFill>
                  <a:srgbClr val="4E93D2"/>
                </a:solidFill>
              </a:endParaRP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3808429" y="4367148"/>
              <a:ext cx="857839" cy="646331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 smtClean="0">
                  <a:solidFill>
                    <a:schemeClr val="accent2"/>
                  </a:solidFill>
                </a:rPr>
                <a:t>SMA10 Line</a:t>
              </a:r>
              <a:endParaRPr lang="en-US" dirty="0">
                <a:solidFill>
                  <a:schemeClr val="accent2"/>
                </a:solidFill>
              </a:endParaRP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 flipH="1" flipV="1">
              <a:off x="5735176" y="3497343"/>
              <a:ext cx="111550" cy="44620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/>
            <p:cNvSpPr txBox="1"/>
            <p:nvPr/>
          </p:nvSpPr>
          <p:spPr>
            <a:xfrm>
              <a:off x="5485984" y="3994310"/>
              <a:ext cx="857839" cy="646331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 smtClean="0">
                  <a:solidFill>
                    <a:schemeClr val="accent6">
                      <a:lumMod val="75000"/>
                    </a:schemeClr>
                  </a:solidFill>
                </a:rPr>
                <a:t>SMA20Line</a:t>
              </a:r>
              <a:endParaRPr lang="en-US" dirty="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378428" y="1863405"/>
              <a:ext cx="857839" cy="646331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 smtClean="0">
                  <a:solidFill>
                    <a:srgbClr val="CC0000"/>
                  </a:solidFill>
                </a:rPr>
                <a:t>SMA50 </a:t>
              </a:r>
              <a:r>
                <a:rPr lang="en-US" dirty="0" smtClean="0">
                  <a:solidFill>
                    <a:srgbClr val="CC0000"/>
                  </a:solidFill>
                </a:rPr>
                <a:t>Line</a:t>
              </a:r>
              <a:endParaRPr lang="en-US" dirty="0">
                <a:solidFill>
                  <a:srgbClr val="CC0000"/>
                </a:solidFill>
              </a:endParaRP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4901938" y="2609703"/>
              <a:ext cx="150829" cy="39744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/>
            <p:cNvCxnSpPr/>
            <p:nvPr/>
          </p:nvCxnSpPr>
          <p:spPr>
            <a:xfrm flipV="1">
              <a:off x="2322053" y="2894029"/>
              <a:ext cx="213757" cy="38094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/>
            <p:cNvSpPr txBox="1"/>
            <p:nvPr/>
          </p:nvSpPr>
          <p:spPr>
            <a:xfrm>
              <a:off x="1713631" y="3312677"/>
              <a:ext cx="1312373" cy="646331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u="dotted" dirty="0" smtClean="0">
                  <a:solidFill>
                    <a:srgbClr val="4E93D2"/>
                  </a:solidFill>
                </a:rPr>
                <a:t>Linear Regression</a:t>
              </a:r>
              <a:endParaRPr lang="en-US" u="dotted" dirty="0">
                <a:solidFill>
                  <a:srgbClr val="4E93D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632392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6754" y="1159498"/>
            <a:ext cx="6130354" cy="3192894"/>
          </a:xfrm>
          <a:prstGeom prst="rect">
            <a:avLst/>
          </a:prstGeom>
        </p:spPr>
      </p:pic>
      <p:cxnSp>
        <p:nvCxnSpPr>
          <p:cNvPr id="15" name="Straight Arrow Connector 14"/>
          <p:cNvCxnSpPr/>
          <p:nvPr/>
        </p:nvCxnSpPr>
        <p:spPr>
          <a:xfrm>
            <a:off x="2722815" y="1609484"/>
            <a:ext cx="54828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52618" y="1455596"/>
            <a:ext cx="1604604" cy="307777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Buy/Cover button</a:t>
            </a:r>
            <a:endParaRPr lang="en-US" sz="1400" dirty="0"/>
          </a:p>
        </p:txBody>
      </p:sp>
      <p:cxnSp>
        <p:nvCxnSpPr>
          <p:cNvPr id="19" name="Straight Arrow Connector 18"/>
          <p:cNvCxnSpPr/>
          <p:nvPr/>
        </p:nvCxnSpPr>
        <p:spPr>
          <a:xfrm>
            <a:off x="2722815" y="2054115"/>
            <a:ext cx="54828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52618" y="1900227"/>
            <a:ext cx="1604604" cy="307777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Sell button</a:t>
            </a:r>
            <a:endParaRPr lang="en-US" sz="1400" dirty="0"/>
          </a:p>
        </p:txBody>
      </p:sp>
      <p:cxnSp>
        <p:nvCxnSpPr>
          <p:cNvPr id="23" name="Straight Arrow Connector 22"/>
          <p:cNvCxnSpPr/>
          <p:nvPr/>
        </p:nvCxnSpPr>
        <p:spPr>
          <a:xfrm>
            <a:off x="2722815" y="3893913"/>
            <a:ext cx="54828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52618" y="3740025"/>
            <a:ext cx="1604604" cy="307777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Move bars button</a:t>
            </a:r>
            <a:endParaRPr lang="en-US" sz="1400" dirty="0"/>
          </a:p>
        </p:txBody>
      </p:sp>
      <p:cxnSp>
        <p:nvCxnSpPr>
          <p:cNvPr id="26" name="Straight Arrow Connector 25"/>
          <p:cNvCxnSpPr/>
          <p:nvPr/>
        </p:nvCxnSpPr>
        <p:spPr>
          <a:xfrm flipV="1">
            <a:off x="5024526" y="4122180"/>
            <a:ext cx="9387" cy="4604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463119" y="4721984"/>
            <a:ext cx="1122814" cy="307777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Positions cell</a:t>
            </a:r>
            <a:endParaRPr lang="en-US" sz="1400" dirty="0"/>
          </a:p>
        </p:txBody>
      </p:sp>
      <p:cxnSp>
        <p:nvCxnSpPr>
          <p:cNvPr id="28" name="Straight Arrow Connector 27"/>
          <p:cNvCxnSpPr/>
          <p:nvPr/>
        </p:nvCxnSpPr>
        <p:spPr>
          <a:xfrm flipV="1">
            <a:off x="6779482" y="4122180"/>
            <a:ext cx="9387" cy="4604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315760" y="4721984"/>
            <a:ext cx="927443" cy="307777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Target cell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8176111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3440" y="1155815"/>
            <a:ext cx="5685119" cy="4546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60606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53</Words>
  <Application>Microsoft Office PowerPoint</Application>
  <PresentationFormat>Widescreen</PresentationFormat>
  <Paragraphs>18</Paragraphs>
  <Slides>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WKFS-FRC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Gonzalo Sanchez Pla</dc:creator>
  <cp:lastModifiedBy>Gonzalo Sanchez Pla</cp:lastModifiedBy>
  <cp:revision>34</cp:revision>
  <dcterms:created xsi:type="dcterms:W3CDTF">2018-01-05T18:03:09Z</dcterms:created>
  <dcterms:modified xsi:type="dcterms:W3CDTF">2018-01-05T21:31:22Z</dcterms:modified>
</cp:coreProperties>
</file>