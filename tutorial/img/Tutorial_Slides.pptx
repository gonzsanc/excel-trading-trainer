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4E9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" y="2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7A317-E00D-447E-92BA-1CB45681BAC0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8F819-1664-4D90-A6E5-EE0AAC901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3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Slide to explain the three main sections of the tool:</a:t>
            </a:r>
            <a:r>
              <a:rPr lang="en-US" baseline="0" dirty="0" smtClean="0"/>
              <a:t> Data, Iterator and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8F819-1664-4D90-A6E5-EE0AAC901D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11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Different panels of the Iterator</a:t>
            </a:r>
            <a:r>
              <a:rPr lang="en-US" baseline="0" dirty="0" smtClean="0"/>
              <a:t> 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C8F819-1664-4D90-A6E5-EE0AAC901D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32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578A-43E8-42B7-8890-1AC7F720E2F6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311B-B332-4FCB-ABEA-902E95BB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3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578A-43E8-42B7-8890-1AC7F720E2F6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311B-B332-4FCB-ABEA-902E95BB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4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578A-43E8-42B7-8890-1AC7F720E2F6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311B-B332-4FCB-ABEA-902E95BB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9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578A-43E8-42B7-8890-1AC7F720E2F6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311B-B332-4FCB-ABEA-902E95BB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95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578A-43E8-42B7-8890-1AC7F720E2F6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311B-B332-4FCB-ABEA-902E95BB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9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578A-43E8-42B7-8890-1AC7F720E2F6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311B-B332-4FCB-ABEA-902E95BB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4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578A-43E8-42B7-8890-1AC7F720E2F6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311B-B332-4FCB-ABEA-902E95BB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70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578A-43E8-42B7-8890-1AC7F720E2F6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311B-B332-4FCB-ABEA-902E95BB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08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578A-43E8-42B7-8890-1AC7F720E2F6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311B-B332-4FCB-ABEA-902E95BB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2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578A-43E8-42B7-8890-1AC7F720E2F6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311B-B332-4FCB-ABEA-902E95BB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3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578A-43E8-42B7-8890-1AC7F720E2F6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311B-B332-4FCB-ABEA-902E95BB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05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9578A-43E8-42B7-8890-1AC7F720E2F6}" type="datetimeFigureOut">
              <a:rPr lang="en-US" smtClean="0"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E311B-B332-4FCB-ABEA-902E95BB6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09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274"/>
            <a:ext cx="12192000" cy="51894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901" y="2210242"/>
            <a:ext cx="4736161" cy="36319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840" y="3297229"/>
            <a:ext cx="4710280" cy="254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99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4274"/>
            <a:ext cx="12192000" cy="51894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1003177"/>
            <a:ext cx="4157221" cy="4545367"/>
          </a:xfrm>
          <a:prstGeom prst="rect">
            <a:avLst/>
          </a:pr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157221" y="1003176"/>
            <a:ext cx="3205113" cy="2315059"/>
          </a:xfrm>
          <a:prstGeom prst="rect">
            <a:avLst/>
          </a:prstGeom>
          <a:solidFill>
            <a:schemeClr val="accent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57220" y="3275861"/>
            <a:ext cx="3205113" cy="2272684"/>
          </a:xfrm>
          <a:prstGeom prst="rect">
            <a:avLst/>
          </a:prstGeom>
          <a:solidFill>
            <a:schemeClr val="accent2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429891" y="834274"/>
            <a:ext cx="4692979" cy="4020530"/>
          </a:xfrm>
          <a:prstGeom prst="rect">
            <a:avLst/>
          </a:prstGeom>
          <a:solidFill>
            <a:schemeClr val="accent6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5548544"/>
            <a:ext cx="4089662" cy="442602"/>
          </a:xfrm>
          <a:prstGeom prst="rect">
            <a:avLst/>
          </a:prstGeom>
          <a:solidFill>
            <a:srgbClr val="FFFF0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432874" y="2659873"/>
            <a:ext cx="1291473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Charts Area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213022" y="4133480"/>
            <a:ext cx="1480009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Controls Area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343534" y="2659873"/>
            <a:ext cx="1770668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Operations Area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044831" y="5601469"/>
            <a:ext cx="1770668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Info/Reset Area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858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959010" y="630849"/>
            <a:ext cx="8891168" cy="5128928"/>
            <a:chOff x="959010" y="630849"/>
            <a:chExt cx="8891168" cy="512892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9010" y="630849"/>
              <a:ext cx="8891168" cy="5128928"/>
            </a:xfrm>
            <a:prstGeom prst="rect">
              <a:avLst/>
            </a:prstGeom>
          </p:spPr>
        </p:pic>
        <p:cxnSp>
          <p:nvCxnSpPr>
            <p:cNvPr id="6" name="Straight Arrow Connector 5"/>
            <p:cNvCxnSpPr/>
            <p:nvPr/>
          </p:nvCxnSpPr>
          <p:spPr>
            <a:xfrm flipV="1">
              <a:off x="3026004" y="4317476"/>
              <a:ext cx="461914" cy="3487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4026817" y="3899554"/>
              <a:ext cx="111550" cy="4462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417582" y="4703976"/>
              <a:ext cx="1216843" cy="36933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4E93D2"/>
                  </a:solidFill>
                </a:rPr>
                <a:t>Close Line</a:t>
              </a:r>
              <a:endParaRPr lang="en-US" dirty="0">
                <a:solidFill>
                  <a:srgbClr val="4E93D2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808429" y="4367148"/>
              <a:ext cx="857839" cy="64633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2"/>
                  </a:solidFill>
                </a:rPr>
                <a:t>SMA10 Line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 flipV="1">
              <a:off x="5735176" y="3497343"/>
              <a:ext cx="111550" cy="4462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5485984" y="3994310"/>
              <a:ext cx="857839" cy="64633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accent6">
                      <a:lumMod val="75000"/>
                    </a:schemeClr>
                  </a:solidFill>
                </a:rPr>
                <a:t>SMA20Line</a:t>
              </a:r>
              <a:endParaRPr 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78428" y="1863405"/>
              <a:ext cx="857839" cy="64633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CC0000"/>
                  </a:solidFill>
                </a:rPr>
                <a:t>SMA10 Line</a:t>
              </a:r>
              <a:endParaRPr lang="en-US" dirty="0">
                <a:solidFill>
                  <a:srgbClr val="CC0000"/>
                </a:solidFill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4901938" y="2609703"/>
              <a:ext cx="150829" cy="3974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2322053" y="2894029"/>
              <a:ext cx="213757" cy="3809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713631" y="3312677"/>
              <a:ext cx="1312373" cy="64633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u="dotted" dirty="0" smtClean="0">
                  <a:solidFill>
                    <a:srgbClr val="4E93D2"/>
                  </a:solidFill>
                </a:rPr>
                <a:t>Linear Regression</a:t>
              </a:r>
              <a:endParaRPr lang="en-US" u="dotted" dirty="0">
                <a:solidFill>
                  <a:srgbClr val="4E93D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3239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754" y="1159498"/>
            <a:ext cx="6130354" cy="3192894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>
            <a:off x="2722815" y="1609484"/>
            <a:ext cx="5482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2618" y="1455596"/>
            <a:ext cx="1604604" cy="30777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Buy/Cover button</a:t>
            </a:r>
            <a:endParaRPr lang="en-US" sz="1400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722815" y="2054115"/>
            <a:ext cx="5482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52618" y="1900227"/>
            <a:ext cx="1604604" cy="30777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Sell button</a:t>
            </a:r>
            <a:endParaRPr lang="en-US" sz="1400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2722815" y="3893913"/>
            <a:ext cx="5482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52618" y="3740025"/>
            <a:ext cx="1604604" cy="30777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Move bars button</a:t>
            </a:r>
            <a:endParaRPr lang="en-US" sz="1400" dirty="0"/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5024526" y="4122180"/>
            <a:ext cx="9387" cy="4604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63119" y="4721984"/>
            <a:ext cx="1122814" cy="30777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Positions cell</a:t>
            </a:r>
            <a:endParaRPr lang="en-US" sz="1400" dirty="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6779482" y="4122180"/>
            <a:ext cx="9387" cy="4604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15760" y="4721984"/>
            <a:ext cx="927443" cy="30777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Target cell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17611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440" y="1155815"/>
            <a:ext cx="5685119" cy="454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60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53</Words>
  <Application>Microsoft Office PowerPoint</Application>
  <PresentationFormat>Widescreen</PresentationFormat>
  <Paragraphs>18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WKFS-FRC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Gonzalo Sanchez Pla</dc:creator>
  <cp:lastModifiedBy>Gonzalo Sanchez Pla</cp:lastModifiedBy>
  <cp:revision>32</cp:revision>
  <dcterms:created xsi:type="dcterms:W3CDTF">2018-01-05T18:03:09Z</dcterms:created>
  <dcterms:modified xsi:type="dcterms:W3CDTF">2018-01-05T18:36:33Z</dcterms:modified>
</cp:coreProperties>
</file>